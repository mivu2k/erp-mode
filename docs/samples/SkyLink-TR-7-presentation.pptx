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88952" cy="219456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103120"/>
            <a:ext cx="384048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88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1A1AA"/>
                </a:solidFill>
              </a:rPr>
              <a:t>MEI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SkyLink TR-7 Tactical Manpack Radio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48640"/>
            <a:ext cx="219456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6217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Secure wideband voice &amp; data for units on the move   ·   mei.com.pk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82712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0"/>
            <a:ext cx="4599432" cy="6748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181B"/>
                </a:solidFill>
              </a:rPr>
              <a:t>WHO WE 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315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</a:rPr>
              <a:t>About MEI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Demo Company designs, integrates and supports secure communication systems.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15875">
            <a:solidFill>
              <a:srgbClr val="1818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65760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81B"/>
                </a:solidFill>
              </a:rPr>
              <a:t>2005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</a:rPr>
              <a:t>FOUNDED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240280" y="36576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15875">
            <a:solidFill>
              <a:srgbClr val="18181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365760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81B"/>
                </a:solidFill>
              </a:rPr>
              <a:t>300+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</a:rPr>
              <a:t>CLIENTS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48920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“Reliable comms when it matters most.”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7607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</a:rPr>
              <a:t>ISO 9001:2015   ·   ISO 27001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</a:rPr>
              <a:t>WHERE TO FIND 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locations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 w="19050">
            <a:solidFill>
              <a:srgbClr val="1818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HQ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92024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Head Office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Blue Area, Islamabad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☎ +92 51 111 222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✉ info@demo.pk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192024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Lahore Branch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Gulberg III, Lahore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☎ +92 42 333 444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82712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748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181B"/>
                </a:solidFill>
              </a:rPr>
              <a:t>01  ·  PRODUCT · TACTICAL RADIOS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</a:rPr>
              <a:t>SkyLink TR-7 Tactical Manpack Radio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</a:rPr>
              <a:t>Secure wideband voice &amp; data for units on the move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SkyLink TR-7 is a rugged wideband manpack radio that keeps patrols, convoys and command posts connected — voice, data and position on one encrypted network, from 30 MHz to 512 MHz.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5778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577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1,450,000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</a:rPr>
              <a:t>SKYLINK TR-7 TACTICAL MANPACK RADIO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Wideband 30–512 MHz, one radio for every net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AES-256 encryption with over-the-air rekeying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MANET IP data up to 1 Mbps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Built-in GPS with blue-force tracking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2519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892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20 W output, 5 W low-power mode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97764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4F4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4251960"/>
            <a:ext cx="502920" cy="5029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4892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</a:rPr>
              <a:t>MIL-STD-810H &amp; IP67 submersible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82712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</a:rPr>
              <a:t>SKYLINK TR-7 TACTICAL MANPACK RADIO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9050">
            <a:solidFill>
              <a:srgbClr val="1818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4592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</a:rPr>
              <a:t>30–512 MHz</a:t>
            </a:r>
            <a:endParaRPr lang="en-US" sz="22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A1A1AA"/>
                </a:solidFill>
              </a:rPr>
              <a:t>FREQUENCY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9050">
            <a:solidFill>
              <a:srgbClr val="1818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4592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</a:rPr>
              <a:t>20 W</a:t>
            </a:r>
            <a:endParaRPr lang="en-US" sz="22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A1A1AA"/>
                </a:solidFill>
              </a:rPr>
              <a:t>OUTPUT POWER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F4F4F5"/>
          </a:solidFill>
          <a:ln w="19050">
            <a:solidFill>
              <a:srgbClr val="1818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64592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</a:rPr>
              <a:t>18 hours</a:t>
            </a:r>
            <a:endParaRPr lang="en-US" sz="22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A1A1AA"/>
                </a:solidFill>
              </a:rPr>
              <a:t>BATTERY LIFE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Encryption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AES-256, OTAR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Data rate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up to 1 Mbps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Channels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100 presets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GPS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Integrated, NMEA out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Environmental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MIL-STD-810H, IP67 (1 m, 2 h)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Operating temp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−30 °C to +60 °C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Weight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2.9 kg with battery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Dimensions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270 × 90 × 240 mm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Interfaces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USB-C, Ethernet, audio (6-pin)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1A1AA"/>
                          </a:solidFill>
                        </a:rPr>
                        <a:t>Warranty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81B"/>
                          </a:solidFill>
                        </a:rPr>
                        <a:t>3 years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9525">
            <a:solidFill>
              <a:srgbClr val="D4D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263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mei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1A1AA"/>
                </a:solidFill>
              </a:rPr>
              <a:t>SKYLINK TR-7 TACTICAL MANPACK RADIO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</a:rPr>
              <a:t>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Border patrol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Convoy communications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Disaster response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Forward command posts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Critical infrastructure security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</a:rPr>
              <a:t>Benefits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One radio replaces separate VHF, UHF and data 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Lower training cost with a single, simple interface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Longer missions with hot-swappable power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</a:rPr>
              <a:t>Protected traffic with field-proven AES-256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Let's talk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MEI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+92 51 0000000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info@mei.com.pk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mei.com.pk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Plot: 786, Opp. DHA Phase-2, Near Giga Mall,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Main GT Road Islamabad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28600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SkyLink TR-7 Tactical Manpack Radio</dc:title>
  <dc:subject>PptxGenJS Presentation</dc:subject>
  <dc:creator>PptxGenJS</dc:creator>
  <cp:lastModifiedBy>PptxGenJS</cp:lastModifiedBy>
  <cp:revision>1</cp:revision>
  <dcterms:created xsi:type="dcterms:W3CDTF">2026-09-26T13:10:58Z</dcterms:created>
  <dcterms:modified xsi:type="dcterms:W3CDTF">2026-09-26T13:10:58Z</dcterms:modified>
</cp:coreProperties>
</file>